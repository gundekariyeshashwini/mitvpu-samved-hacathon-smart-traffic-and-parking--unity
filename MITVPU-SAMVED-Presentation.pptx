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9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F0054A-8F31-40FC-99A8-5884D39EFBF6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7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13E427-BF0C-4257-840D-040CEDF73CD9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9AAB66A-BCF3-4CCF-B2B3-38A175E22F37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2A2F1F5-2130-425C-A1AF-87C7138E8D3A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CB91DC3-8269-45C3-86BA-F25D3B279840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030E11C-33DD-4774-A059-0A0513AEF73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359EA091-27D9-4266-BAC3-4E0E3E6F5BE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0BBE227-CE76-4EE2-99E7-C975B1F063E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0B753A3-1247-4BEF-A58B-3AFE5A5F739C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B6BBEB7-9907-439F-AC21-1B212AEF332B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027678-E409-4D23-81BB-579826C0454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9D7A32-9AD0-4A6F-BCFD-931EBC82135E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549CDE-AB06-457C-8565-E91EFFEADEB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046AC-5463-4406-A176-CAA4A67B62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84A541-3FE1-4CE7-BAC7-85C62F3D5369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A125A6-50F5-44E1-AE96-97F0A47EF094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AAFB62-1C50-42B8-AF76-E28AAFD9CAD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786ED9-6CF6-4911-A926-5445554965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1E26C6-8147-4A1B-A690-24E72B344482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/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56" name="Freeform: Shape 26"/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0"/>
              </a:spcBef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algn="ctr" defTabSz="457200">
              <a:lnSpc>
                <a:spcPct val="100000"/>
              </a:lnSpc>
              <a:spcBef>
                <a:spcPts val="640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TITLE PAGE</a:t>
            </a: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2"/>
                </a:solidFill>
                <a:latin typeface="Garamond" panose="02020404030301010803"/>
                <a:ea typeface="MS PGothic" panose="020B0600070205080204" charset="-128"/>
              </a:rPr>
              <a:t>“SAMVED” HACKATHON 2026</a:t>
            </a:r>
            <a:endParaRPr lang="en-IN" sz="4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331200" y="2076480"/>
            <a:ext cx="8282160" cy="3965722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Problem Statement ID – </a:t>
            </a:r>
            <a:r>
              <a:rPr lang="en-US" sz="2000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05</a:t>
            </a: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Problem Statement Title-</a:t>
            </a:r>
            <a:r>
              <a:rPr lang="en-US" sz="2000" b="1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2000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Smart Traffic and Parking Management System for Solapur Municipal Corporation</a:t>
            </a:r>
            <a:r>
              <a:rPr lang="en-US" sz="2000" b="1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.</a:t>
            </a:r>
            <a:endParaRPr lang="en-IN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Theme- </a:t>
            </a:r>
            <a:r>
              <a:rPr lang="en-US" sz="2000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Software</a:t>
            </a: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Team ID- </a:t>
            </a:r>
            <a:r>
              <a:rPr lang="en-US" sz="2000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F3096C84</a:t>
            </a: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Team Name (Registered on portal)- </a:t>
            </a:r>
            <a:r>
              <a:rPr lang="en-US" sz="2000" strike="noStrike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Unity</a:t>
            </a:r>
            <a:endParaRPr lang="en-IN" sz="200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2"/>
          <a:stretch>
            <a:fillRect/>
          </a:stretch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3"/>
          <a:stretch>
            <a:fillRect/>
          </a:stretch>
        </p:blipFill>
        <p:spPr>
          <a:xfrm>
            <a:off x="8733240" y="342000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28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800" dirty="0"/>
            </a:b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IDEA TITLE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0" y="2064960"/>
            <a:ext cx="12191400" cy="3845753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defTabSz="457200">
              <a:lnSpc>
                <a:spcPct val="100000"/>
              </a:lnSpc>
              <a:buClr>
                <a:srgbClr val="1F497D"/>
              </a:buClr>
              <a:buFont typeface="Wingdings" panose="05000000000000000000" pitchFamily="2" charset="2"/>
              <a:buChar char=""/>
            </a:pPr>
            <a:r>
              <a:rPr lang="en-US" sz="3200" b="1" u="sng" strike="noStrike" spc="-1" dirty="0">
                <a:solidFill>
                  <a:schemeClr val="dk2"/>
                </a:solidFill>
                <a:uFillTx/>
                <a:latin typeface="Arial" panose="020B0604020202020204"/>
                <a:ea typeface="MS PGothic" panose="020B0600070205080204" charset="-128"/>
              </a:rPr>
              <a:t>Proposed Solution (Describe your Idea/Solution/Prototype)</a:t>
            </a:r>
            <a:endParaRPr lang="en-IN" sz="32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endParaRPr lang="en-IN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endParaRPr lang="en-IN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Smart, AI-based traffic signal system that adapts to real-time congestion. IoT-enabled   smart parking with live availability, reservation, and digital payments.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2400" b="0" strike="noStrike" spc="-1" dirty="0">
              <a:solidFill>
                <a:schemeClr val="dk1"/>
              </a:solidFill>
              <a:latin typeface="Arial" panose="020B0604020202020204"/>
              <a:ea typeface="MS PGothic" panose="020B0600070205080204" charset="-128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 </a:t>
            </a:r>
            <a:r>
              <a:rPr lang="en-US" sz="2400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Automated detection of illegal parking and traffic violations using cameras+ AI.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     Central dashboard for SMC to monitor traffic, parking, and enforcement.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2400" b="0" strike="noStrike" spc="-1" dirty="0">
              <a:solidFill>
                <a:schemeClr val="dk1"/>
              </a:solidFill>
              <a:latin typeface="Arial" panose="020B0604020202020204"/>
              <a:ea typeface="MS PGothic" panose="020B0600070205080204" charset="-128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Citizen mobile app for traffic updates, parking guidance, and complaint reporting.</a:t>
            </a: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Oval 9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Unity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10720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TECHNICAL APPROACH</a:t>
            </a:r>
            <a:endParaRPr lang="en-IN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609480" y="2533680"/>
            <a:ext cx="10972080" cy="2306870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chemeClr val="dk1"/>
                </a:solidFill>
                <a:latin typeface="Arial" panose="020B0604020202020204"/>
                <a:ea typeface="MS PGothic" panose="020B0600070205080204" charset="-128"/>
              </a:rPr>
              <a:t>IoT Sensors for vehicle counting and parking occupancy.AI/ML Models for congestion prediction and violation detection.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2400" spc="-1" dirty="0">
              <a:solidFill>
                <a:schemeClr val="dk1"/>
              </a:solidFill>
              <a:latin typeface="Arial" panose="020B0604020202020204"/>
              <a:ea typeface="MS PGothic" panose="020B0600070205080204" charset="-128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Cloud Platform for centralized data storage and analytics.  </a:t>
            </a:r>
            <a:r>
              <a:rPr lang="en-US" sz="2400" spc="-1" dirty="0" err="1">
                <a:solidFill>
                  <a:srgbClr val="000000"/>
                </a:solidFill>
                <a:latin typeface="Arial" panose="020B0604020202020204"/>
              </a:rPr>
              <a:t>Mobile+Web</a:t>
            </a: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 App for citizen access and SMC monitoring. Secure Architecture with encrypted data and role-based access.</a:t>
            </a: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3" name="Oval 10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Unity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FEASIBILITY AND VIABILITY</a:t>
            </a: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09480" y="2533680"/>
            <a:ext cx="10972080" cy="3168645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Technically feasible using existing smart city technologies</a:t>
            </a:r>
            <a:r>
              <a:rPr lang="en-US" sz="2800" spc="-1" dirty="0">
                <a:solidFill>
                  <a:srgbClr val="000000"/>
                </a:solidFill>
                <a:latin typeface="Arial" panose="020B0604020202020204"/>
              </a:rPr>
              <a:t>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Low operational cost due to automation and cloud scalability.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Generates revenue through digital parking and improved enforcement. Easy adoption by citizens and authorities with minimal training.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Supports long-term smart city growth for Solapur.</a:t>
            </a: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Unity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IMPACT AND BENEFITS</a:t>
            </a: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09480" y="2533680"/>
            <a:ext cx="10711190" cy="3476421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Reduced congestion and faster travel times.</a:t>
            </a: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US" sz="2400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Easy, hassle-free parking experience. Increased safety with fewer accidents and violations.</a:t>
            </a: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US" sz="2400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Lower pollution due to smoother traffic flow.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Data-driven planning for future road improvements.</a:t>
            </a: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7" name="Oval 11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Unity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540000" y="-18000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RESEARCH  AND REFERENCES</a:t>
            </a: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609480" y="2795400"/>
            <a:ext cx="9384480" cy="2676202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Smart Cities Mission guidelines (India)</a:t>
            </a: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Indian city case studies (Pune, Indore, Bengaluru)</a:t>
            </a: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IEEE/Springer research on IoT parking and ITS</a:t>
            </a: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Arial" panose="020B0604020202020204"/>
              </a:rPr>
              <a:t>Link:- 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spc="-1" dirty="0">
                <a:solidFill>
                  <a:srgbClr val="000000"/>
                </a:solidFill>
                <a:latin typeface="Arial" panose="020B0604020202020204"/>
              </a:rPr>
              <a:t> https://pubs.aip.org/aip/acp/article-abstract/3237/1/060034/3337733/Advanced-parking-system-using-IOT?redirectedFrom=fulltext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4" name="Oval 8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Unity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4BA71C-05FB-406B-BB57-8C17CD71E019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7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9" name="Round Diagonal Corner Rectangle 2"/>
          <p:cNvSpPr/>
          <p:nvPr/>
        </p:nvSpPr>
        <p:spPr>
          <a:xfrm>
            <a:off x="0" y="1791000"/>
            <a:ext cx="12191400" cy="431856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7920" y="1915560"/>
            <a:ext cx="11764080" cy="406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514350" indent="-514350" algn="just" defTabSz="457200">
              <a:lnSpc>
                <a:spcPct val="90000"/>
              </a:lnSpc>
              <a:buClr>
                <a:srgbClr val="000000"/>
              </a:buClr>
              <a:buFont typeface="Calibri" panose="020F05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Kindly keep the maximum slides limit up to six </a:t>
            </a:r>
            <a:r>
              <a:rPr lang="en-US" sz="1800" b="1" strike="noStrike" spc="-1">
                <a:solidFill>
                  <a:srgbClr val="C00000"/>
                </a:solidFill>
                <a:latin typeface="Arial" panose="020B0604020202020204"/>
                <a:ea typeface="Calibri" panose="020F0502020204030204"/>
              </a:rPr>
              <a:t>(6). </a:t>
            </a: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( Including the title slide) 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 algn="just" defTabSz="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Calibri" panose="020F05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Try to avoid paragraphs and post your idea in points /diagrams / Infographics /pictures 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 algn="just" defTabSz="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Calibri" panose="020F05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Keep your explanation precise and easy to understand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 algn="just" defTabSz="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Calibri" panose="020F05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Idea should be unique and novel. 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 algn="just" defTabSz="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Calibri" panose="020F05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You can only use provided template for making the PPT without changing the idea details pointers (mentioned in previous slides).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514350" algn="just" defTabSz="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Calibri" panose="020F05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You need to save the file in PDF and upload the same on portal. No PPT, Word Doc or any other format will be supported.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indent="-349885" algn="just" defTabSz="4572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514350" algn="just" defTabSz="4572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800" b="1" strike="noStrike" spc="-1">
                <a:solidFill>
                  <a:srgbClr val="C00000"/>
                </a:solidFill>
                <a:latin typeface="Arial" panose="020B0604020202020204"/>
                <a:ea typeface="Calibri" panose="020F0502020204030204"/>
              </a:rPr>
              <a:t>Note - You can delete this slide (Important Pointers) when you upload the details of your idea on SIH portal.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914400" indent="-316230" algn="just" defTabSz="457200">
              <a:lnSpc>
                <a:spcPct val="90000"/>
              </a:lnSpc>
              <a:spcBef>
                <a:spcPts val="500"/>
              </a:spcBef>
              <a:tabLst>
                <a:tab pos="0" algn="l"/>
              </a:tabLst>
            </a:pP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1080000" y="261720"/>
            <a:ext cx="6840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800" b="1" strike="noStrike" spc="-1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IMPORTANT INSTRUCTIONS</a:t>
            </a: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602280" y="1181880"/>
            <a:ext cx="9556920" cy="33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457200">
              <a:lnSpc>
                <a:spcPct val="90000"/>
              </a:lnSpc>
              <a:spcBef>
                <a:spcPts val="1000"/>
              </a:spcBef>
            </a:pPr>
            <a:r>
              <a:rPr lang="en-US" sz="1800" b="1" strike="noStrike" spc="-1">
                <a:solidFill>
                  <a:schemeClr val="dk1"/>
                </a:solidFill>
                <a:latin typeface="Arial" panose="020B0604020202020204"/>
                <a:ea typeface="Calibri" panose="020F0502020204030204"/>
              </a:rPr>
              <a:t>Please ensure below pointers are met while submitting the Idea PPT: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03" name="Picture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103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465</Words>
  <Application>Microsoft Office PowerPoint</Application>
  <PresentationFormat>Widescreen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Arial</vt:lpstr>
      <vt:lpstr>Calibri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“SAMVED”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Abhigna pandyala</cp:lastModifiedBy>
  <cp:revision>152</cp:revision>
  <dcterms:created xsi:type="dcterms:W3CDTF">2013-12-12T18:46:00Z</dcterms:created>
  <dcterms:modified xsi:type="dcterms:W3CDTF">2026-02-09T15:38:08Z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  <property fmtid="{D5CDD505-2E9C-101B-9397-08002B2CF9AE}" pid="5" name="ICV">
    <vt:lpwstr>A7F9781CE2BF4CEA958A5477D51CF5A2_13</vt:lpwstr>
  </property>
  <property fmtid="{D5CDD505-2E9C-101B-9397-08002B2CF9AE}" pid="6" name="KSOProductBuildVer">
    <vt:lpwstr>1033-12.2.0.23196</vt:lpwstr>
  </property>
</Properties>
</file>